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3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9504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3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5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1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3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91440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6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2768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1952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6544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136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8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9504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54096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18688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79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12463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77055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1648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0831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3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0016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64607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199" y="256032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3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399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43584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08176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72768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37360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1952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66544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31136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95728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0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4912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9504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54096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18688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83279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47872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12463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7055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1648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0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70831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35423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00016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64607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199" y="420623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6032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0623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5216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808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399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78992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43584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08176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72768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37360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01952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66544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31136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95728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60320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24912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89504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54096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18688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3279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547872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12463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77055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41648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06240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70831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35423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00016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64607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199" y="585216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032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20623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5216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9808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4399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8992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43584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08176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72768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37360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01952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066544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231136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395728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560320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24912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89504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54096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18688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83279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547872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12463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77055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41648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370831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35423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00016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864607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29199" y="749808"/>
            <a:ext cx="27432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">
                <a:solidFill>
                  <a:srgbClr val="1C1C1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