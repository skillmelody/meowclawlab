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C1C1C"/>
                </a:solidFill>
                <a:latin typeface="Arial"/>
              </a:rPr>
              <a:t>QA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C1C1C"/>
                </a:solidFill>
                <a:latin typeface="Arial"/>
              </a:rPr>
              <a:t>Native body text for slide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N1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10312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23317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91839" y="210312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331720"/>
            <a:ext cx="3657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1999" y="210312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06240" y="2331720"/>
            <a:ext cx="3657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52159" y="210312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399" y="23317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132320" y="210312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66559" y="2331720"/>
            <a:ext cx="3657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