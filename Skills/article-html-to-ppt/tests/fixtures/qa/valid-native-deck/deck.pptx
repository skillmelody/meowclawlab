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37760" y="1828800"/>
          <a:ext cx="36576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