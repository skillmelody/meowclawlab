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C1C1C"/>
                </a:solidFill>
                <a:latin typeface="Arial"/>
              </a:rPr>
              <a:t>QA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C1C1C"/>
                </a:solidFill>
                <a:latin typeface="Arial"/>
              </a:rPr>
              <a:t>Native body text for 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914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1C1C"/>
                </a:solidFill>
                <a:latin typeface="Arial"/>
              </a:rPr>
              <a:t>Too small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