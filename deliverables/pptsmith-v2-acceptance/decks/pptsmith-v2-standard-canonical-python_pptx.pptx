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Acceptance objects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Text</c:v>
                </c:pt>
                <c:pt idx="1">
                  <c:v>Table</c:v>
                </c:pt>
                <c:pt idx="2">
                  <c:v>Chart</c:v>
                </c:pt>
                <c:pt idx="3">
                  <c:v>Process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0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One IR, two real builders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PPTSmith v2 shared builder acceptance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Shared contracts make builder differences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One semantic deck can produce truthful, editable packages through both adapters.
Acceptance evidence is explicit and inspectable.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291840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Contract-first: Compare outputs without hiding route deviations.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Evidence is counted, not implied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Acceptance evidence must connect manifests to inspected packages.
Acceptance evidence is explicit and inspectable.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291840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Slides inspected: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41064" y="1691640"/>
            <a:ext cx="3291840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Builders exercised: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Native tables remain editable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The table is a native-required acceptance object.
Acceptance evidence is explicit and inspectable.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91640"/>
          <a:ext cx="6583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BF8F1"/>
                          </a:solidFill>
                          <a:latin typeface="Aptos"/>
                        </a:rPr>
                        <a:t>Contract</a:t>
                      </a:r>
                    </a:p>
                  </a:txBody>
                  <a:tcPr>
                    <a:solidFill>
                      <a:srgbClr val="2B2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BF8F1"/>
                          </a:solidFill>
                          <a:latin typeface="Aptos"/>
                        </a:rPr>
                        <a:t>Expectation</a:t>
                      </a:r>
                    </a:p>
                  </a:txBody>
                  <a:tcPr>
                    <a:solidFill>
                      <a:srgbClr val="2B2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BF8F1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>
                    <a:solidFill>
                      <a:srgbClr val="2B262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PPT IR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Shared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9 slides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Build Manifest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Truthful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Counts + routes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PPTX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Real package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23A"/>
                          </a:solidFill>
                          <a:latin typeface="Aptos"/>
                        </a:rPr>
                        <a:t>Inspector passes</a:t>
                      </a:r>
                    </a:p>
                  </a:txBody>
                  <a:tcPr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Builder coverage is measurable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A native chart exposes route capability differences.
Acceptance evidence is explicit and inspectable.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691640"/>
          <a:ext cx="53035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A simple process closes the evidence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Plan, build, and inspect are all required.
Acceptance evidence is explicit and inspectable.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597152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6104" y="1691640"/>
            <a:ext cx="1597152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9288" y="1691640"/>
            <a:ext cx="1597152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Inspect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0072" y="2308860"/>
            <a:ext cx="256032" cy="0"/>
          </a:xfrm>
          <a:prstGeom prst="line">
            <a:avLst/>
          </a:prstGeom>
          <a:ln>
            <a:solidFill>
              <a:srgbClr val="2B2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953256" y="2308860"/>
            <a:ext cx="256032" cy="0"/>
          </a:xfrm>
          <a:prstGeom prst="line">
            <a:avLst/>
          </a:prstGeom>
          <a:ln>
            <a:solidFill>
              <a:srgbClr val="2B2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Comparability does not require identical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Comparable evidence is stronger than pixel identity.
Acceptance evidence is explicit and inspectable.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291840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Equal semantics: Same IR and slide 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41064" y="1691640"/>
            <a:ext cx="3291840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Truthful evidence: Actual routes and fallbacks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Implementation is a repeatable three-step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Acceptance evidence is explicit and inspectable.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3291840" cy="1234440"/>
          </a:xfrm>
          <a:prstGeom prst="roundRect">
            <a:avLst/>
          </a:prstGeom>
          <a:solidFill>
            <a:srgbClr val="F2EADF"/>
          </a:solidFill>
          <a:ln>
            <a:solidFill>
              <a:srgbClr val="E4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A423A"/>
                </a:solidFill>
                <a:latin typeface="Aptos"/>
              </a:rPr>
              <a:t>Run the gate: Validate contracts, build both, inspect both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B2621"/>
                </a:solidFill>
                <a:latin typeface="Aptos"/>
              </a:rPr>
              <a:t>Ship only what the packages 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857C70"/>
                </a:solidFill>
                <a:latin typeface="Aptos"/>
              </a:rPr>
              <a:t>Both builders must create nine-slide PPTX packages with complete native-required objects.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