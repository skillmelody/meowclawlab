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Acceptance objects</c:v>
                </c:pt>
              </c:strCache>
            </c:strRef>
          </c:tx>
          <c:spPr>
            <a:solidFill>
              <a:srgbClr val="2B26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6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5D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735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66A2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Text</c:v>
                  </c:pt>
                  <c:pt idx="1">
                    <c:v>Table</c:v>
                  </c:pt>
                  <c:pt idx="2">
                    <c:v>Chart</c:v>
                  </c:pt>
                  <c:pt idx="3">
                    <c:v>Process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A423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One IR, two real builders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PPTSmith v2 shared builder acceptance deck.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A423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Shared contracts make builder differences visible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semantic deck can produce truthful, editable packages through both adapters.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evidence is explicit and inspectable.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819656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2EADF"/>
          </a:solidFill>
          <a:ln w="12700">
            <a:solidFill>
              <a:srgbClr val="E4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6596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4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Contract-first: Compare outputs without hiding route deviations.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A423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Evidence is counted, not implied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evidence must connect manifests to inspected packages.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evidence is explicit and inspectable.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819656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2EADF"/>
          </a:solidFill>
          <a:ln w="12700">
            <a:solidFill>
              <a:srgbClr val="E4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6596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4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inspected: 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23944" y="1819656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2EADF"/>
          </a:solidFill>
          <a:ln w="12700">
            <a:solidFill>
              <a:srgbClr val="E4DD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196596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4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Builders exercised: 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A423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Native tables remain editable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table is a native-required acceptance object.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evidence is explicit and inspectable.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9656"/>
          <a:ext cx="3840480" cy="21031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Contract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PPT IR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 slides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Manifest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Truthful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Counts + routes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PPTX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 package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2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Inspector passes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A423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Builder coverage is measurable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native chart exposes route capability differences.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evidence is explicit and inspectable.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819656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A423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A simple process closes the evidence loop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Plan, build, and inspect are all required.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evidence is explicit and inspectable.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819656"/>
            <a:ext cx="975360" cy="1051560"/>
          </a:xfrm>
          <a:prstGeom prst="roundRect">
            <a:avLst/>
          </a:prstGeom>
          <a:solidFill>
            <a:srgbClr val="E9DFD0"/>
          </a:solidFill>
          <a:ln w="12700">
            <a:solidFill>
              <a:srgbClr val="2B26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929384"/>
            <a:ext cx="829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24000" y="2212848"/>
            <a:ext cx="164592" cy="274320"/>
          </a:xfrm>
          <a:prstGeom prst="chevron">
            <a:avLst/>
          </a:prstGeom>
          <a:solidFill>
            <a:srgbClr val="2B2621"/>
          </a:solidFill>
          <a:ln w="12700">
            <a:solidFill>
              <a:srgbClr val="2B262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2600" y="1819656"/>
            <a:ext cx="975360" cy="1051560"/>
          </a:xfrm>
          <a:prstGeom prst="roundRect">
            <a:avLst/>
          </a:prstGeom>
          <a:solidFill>
            <a:srgbClr val="E9DFD0"/>
          </a:solidFill>
          <a:ln w="12700">
            <a:solidFill>
              <a:srgbClr val="2B2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5752" y="1929384"/>
            <a:ext cx="829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73680" y="2212848"/>
            <a:ext cx="164592" cy="274320"/>
          </a:xfrm>
          <a:prstGeom prst="chevron">
            <a:avLst/>
          </a:prstGeom>
          <a:solidFill>
            <a:srgbClr val="2B2621"/>
          </a:solidFill>
          <a:ln w="12700">
            <a:solidFill>
              <a:srgbClr val="2B26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02280" y="1819656"/>
            <a:ext cx="975360" cy="1051560"/>
          </a:xfrm>
          <a:prstGeom prst="roundRect">
            <a:avLst/>
          </a:prstGeom>
          <a:solidFill>
            <a:srgbClr val="E9DFD0"/>
          </a:solidFill>
          <a:ln w="12700">
            <a:solidFill>
              <a:srgbClr val="2B26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5432" y="1929384"/>
            <a:ext cx="829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A423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Comparability does not require identical rendering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evidence is stronger than pixel identity.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evidence is explicit and inspectable.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819656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2EADF"/>
          </a:solidFill>
          <a:ln w="12700">
            <a:solidFill>
              <a:srgbClr val="E4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6596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4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 semantics: Same IR and slide count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23944" y="1819656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2EADF"/>
          </a:solidFill>
          <a:ln w="12700">
            <a:solidFill>
              <a:srgbClr val="E4DD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196596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4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Truthful evidence: Actual routes and fallbacks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A423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Implementation is a repeatable three-step gate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evidence is explicit and inspectable.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819656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2EADF"/>
          </a:solidFill>
          <a:ln w="12700">
            <a:solidFill>
              <a:srgbClr val="E4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6596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4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gate: Validate contracts, build both, inspect both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A423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Ship only what the packages prove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5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builders must create nine-slide PPTX packages with complete native-required objects.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PPTSmith deck</dc:title>
  <dc:subject>PptxGenJS production runtime</dc:subject>
  <dc:creator>MeowClaw PPTSmith</dc:creator>
  <cp:lastModifiedBy>MeowClaw PPTSmith</cp:lastModifiedBy>
  <cp:revision>1</cp:revision>
  <dcterms:created xsi:type="dcterms:W3CDTF">2026-07-19T06:59:09Z</dcterms:created>
  <dcterms:modified xsi:type="dcterms:W3CDTF">2026-07-19T06:59:09Z</dcterms:modified>
</cp:coreProperties>
</file>